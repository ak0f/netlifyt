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A3918-7A85-4DC0-AF20-86FE4415067D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8F76C-7A6D-4045-8CD8-5FFD78467E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587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F76C-7A6D-4045-8CD8-5FFD78467EB5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802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77F8-0741-B3B1-9089-9DA4B388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562CA-297A-6E0E-59D0-114EF9FE2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25CCA-6BBC-9C49-2F19-E68E28EDE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8CC1D-1FC9-9D3E-2AE1-0FF43564E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F76C-7A6D-4045-8CD8-5FFD78467EB5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8065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1EB3-C339-0F91-B57D-4EF2380D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4B57A-1FD6-5FF1-DBF7-DD357F8C2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3DA1F-6146-2A76-EB9C-7BB1ABE80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2FEA6-5AD7-7D08-785B-F52EB8DFE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F76C-7A6D-4045-8CD8-5FFD78467EB5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9533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A28A-DFC3-CCCC-2232-C20572C8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8E660-CBE8-4738-0DDA-BEDF2DE31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857D9-05A0-D459-F3B9-347B057CC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95638-15E6-6F62-FD30-1D89ECBAE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F76C-7A6D-4045-8CD8-5FFD78467EB5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543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2B45-F855-4A3F-D57F-28F53E28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02DBA-43FC-0791-33C8-046C16A6D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1022A-CDC4-AB91-4DC9-738758123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94395-0E61-ABA7-9DC8-5545582D6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F76C-7A6D-4045-8CD8-5FFD78467EB5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7623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1A55-06C0-F2A0-A3AE-CA2670074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EA4B2-41CA-367D-0E62-D28A660A3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E5C2-7598-1323-0295-36BDD224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0122-CB1C-53A6-71A6-09189680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4F924-0F01-EA88-FB28-2C5BD844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844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044B-7A60-C42E-F0CD-F858A7F5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EDE3A-99AD-B188-F431-E71E71BA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7AB6-E20B-C3D9-E8D1-6758F568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96C94-3FAE-069B-35E2-E5195CEE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86A9-D4C7-D9AE-361E-F704FA16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521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04F6-663F-7B80-94E6-6CB4EF4B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4C28F-703E-48DF-1E16-CE22BD707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FCDA5-5C82-73D5-E099-8653EF42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ECE0-AC55-E21C-CA62-E2277404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342D-0417-8EC5-E85B-D2A619BF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73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47BC-C7F4-3BDD-E949-5EFCCE2D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E6E3-021B-02D7-564A-D319B3AF7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A2E6C-47FB-B100-EE57-A594AAC58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FE325-9773-C7BB-4A99-ECB02436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9F68D-47D1-15FC-415D-1BE66082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FA160-9A2A-C8F2-5339-9269E462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596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AC0-2A72-CF60-C54F-689C234B7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9BEED-398D-C1ED-60D1-619A01941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F916D-F887-A5D3-DB9A-D09A758A5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EE4E7-59BA-FADD-0858-169CABDB7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71EF0-1A5D-9980-4994-61B9294CA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45950-358C-C6FA-C97A-7634CD5C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57788-8AED-6C13-C048-6325187B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BC73E-C26F-7058-3336-30070B9C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600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C5C1-A2BA-63B1-DA8B-828927FC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D54E1-6CD6-BD09-0265-C00EB04E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5E2C6-99A0-0A5E-4923-FAF8EF02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68419-420D-BE9D-3A21-0527F229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45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DBB4E-94C3-755B-AFB7-A54798C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625FF-D90D-DE6B-FFF5-5A080CEB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D0065-1293-EBFD-83C8-36087DB6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611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8F3C-DDF2-1A12-E402-A99297E1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AF19F-A429-566C-15C0-E45234576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A374B-EBA5-CA9A-B91D-11B8106D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64293-077F-3049-885D-13507E21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69E5-0153-692A-23D2-09375C7F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43848-2283-AF81-9B28-D4348A6A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723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0BEB-2D50-6531-6297-C8497D8F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5A16C-725D-8C1D-A042-648AA7E87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3DDC8-5DBB-FB88-BEDE-267226964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28172-7E5C-B2B4-1EC5-2FE77B33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55B66-A400-5067-69A0-ADA31266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16C4D-0967-1387-A9C4-08FCD2E4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106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1A54-3C59-53C2-149C-3BC9DD05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F8102-22BD-EBED-E4E2-57F6B4A18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4F11-E769-4211-E277-7DB7AD4F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D626F-BBD8-DFDD-34F1-568C1B47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9AFB8-156F-D07F-641B-069EDC0C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17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24405-224A-431E-5263-A7E93FF0D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CF43D-1FBC-DA34-EFEA-F5657EA44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C4C2F-47F0-5D89-2EC5-94FC4995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DC3DA-0F27-AFCA-56AA-10FBE10D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CCD3-8320-75BC-AAF1-BE05D69C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615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12BE8-B672-B78E-6F1F-0ACB4AF6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0955C-46AE-F08F-9FEA-F6BC3A5B9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B29B6-782D-E905-F368-DA38C69AB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68E75-E179-4C09-88F5-14CE7761DF35}" type="datetimeFigureOut">
              <a:rPr lang="tr-TR" smtClean="0"/>
              <a:t>6.11.2025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FA5CD-65F9-A053-2D09-0B59FF55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0CD22-957B-F851-0A19-5450A62B7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8435F-1A5D-4A78-AED6-5828D38989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995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kif.pw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ntact@akif.p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6BB4-1613-ACCB-6423-02F6BF68A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945" y="3108929"/>
            <a:ext cx="6800391" cy="2978542"/>
          </a:xfrm>
        </p:spPr>
        <p:txBody>
          <a:bodyPr>
            <a:normAutofit/>
          </a:bodyPr>
          <a:lstStyle/>
          <a:p>
            <a:pPr algn="l"/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Projekt </a:t>
            </a:r>
            <a:b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</a:br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Vorstellung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53FEC-C7C8-6966-0757-D7F535C699FF}"/>
              </a:ext>
            </a:extLst>
          </p:cNvPr>
          <p:cNvSpPr txBox="1"/>
          <p:nvPr/>
        </p:nvSpPr>
        <p:spPr>
          <a:xfrm>
            <a:off x="891072" y="3157420"/>
            <a:ext cx="565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  <a:latin typeface="DM Sans 14pt" pitchFamily="2" charset="-94"/>
              </a:rPr>
              <a:t>Für [</a:t>
            </a:r>
            <a:r>
              <a:rPr lang="de-CH" dirty="0" err="1">
                <a:solidFill>
                  <a:schemeClr val="bg1"/>
                </a:solidFill>
                <a:latin typeface="DM Sans 14pt" pitchFamily="2" charset="-94"/>
              </a:rPr>
              <a:t>firmenname</a:t>
            </a:r>
            <a:r>
              <a:rPr lang="de-CH" dirty="0">
                <a:solidFill>
                  <a:schemeClr val="bg1"/>
                </a:solidFill>
                <a:latin typeface="DM Sans 14pt" pitchFamily="2" charset="-94"/>
              </a:rPr>
              <a:t>] | 00.00.0000 | Erstellt von akif.pw</a:t>
            </a:r>
            <a:endParaRPr lang="tr-TR" dirty="0">
              <a:solidFill>
                <a:schemeClr val="bg1"/>
              </a:solidFill>
              <a:latin typeface="DM Sans 14pt" pitchFamily="2" charset="-94"/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0F032E24-245D-B1DA-D10A-1D0F2B910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45" y="530383"/>
            <a:ext cx="2498674" cy="114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1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EFA89-3B90-B534-660E-191A2814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5A7234-B129-414E-F44F-40F7DE109705}"/>
              </a:ext>
            </a:extLst>
          </p:cNvPr>
          <p:cNvSpPr txBox="1">
            <a:spLocks/>
          </p:cNvSpPr>
          <p:nvPr/>
        </p:nvSpPr>
        <p:spPr>
          <a:xfrm>
            <a:off x="715582" y="439620"/>
            <a:ext cx="8474600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Projektübersicht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17C41-F60D-FF69-9EDE-BBD0D4BABB96}"/>
              </a:ext>
            </a:extLst>
          </p:cNvPr>
          <p:cNvSpPr txBox="1"/>
          <p:nvPr/>
        </p:nvSpPr>
        <p:spPr>
          <a:xfrm>
            <a:off x="715582" y="2386507"/>
            <a:ext cx="1042347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Ziel: Moderne Website für die Firma [</a:t>
            </a:r>
            <a:r>
              <a:rPr lang="de-CH" sz="2800" dirty="0" err="1">
                <a:solidFill>
                  <a:schemeClr val="bg1"/>
                </a:solidFill>
                <a:latin typeface="DM Sans 14pt" pitchFamily="2" charset="-94"/>
              </a:rPr>
              <a:t>blabla</a:t>
            </a:r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]</a:t>
            </a:r>
          </a:p>
          <a:p>
            <a:endParaRPr lang="de-CH" sz="2800" dirty="0">
              <a:solidFill>
                <a:schemeClr val="bg1"/>
              </a:solidFill>
              <a:latin typeface="DM Sans 14pt" pitchFamily="2" charset="-94"/>
            </a:endParaRPr>
          </a:p>
          <a:p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Zeitrahmen: 1-2 Wochen</a:t>
            </a:r>
          </a:p>
          <a:p>
            <a:endParaRPr lang="de-CH" sz="2800" dirty="0">
              <a:solidFill>
                <a:schemeClr val="bg1"/>
              </a:solidFill>
              <a:latin typeface="DM Sans 14pt" pitchFamily="2" charset="-94"/>
            </a:endParaRPr>
          </a:p>
          <a:p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Hauptleistungen: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Website-Design &amp; Entwicklung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Domain- &amp; E-Mail Einrichtung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CH" sz="2800" dirty="0" err="1">
                <a:solidFill>
                  <a:schemeClr val="bg1"/>
                </a:solidFill>
                <a:latin typeface="DM Sans 14pt" pitchFamily="2" charset="-94"/>
              </a:rPr>
              <a:t>Social</a:t>
            </a:r>
            <a:r>
              <a:rPr lang="de-CH" sz="2800" dirty="0">
                <a:solidFill>
                  <a:schemeClr val="bg1"/>
                </a:solidFill>
                <a:latin typeface="DM Sans 14pt" pitchFamily="2" charset="-94"/>
              </a:rPr>
              <a:t>-Media Einrichtung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tr-TR" sz="3200" dirty="0">
              <a:solidFill>
                <a:schemeClr val="bg1"/>
              </a:solidFill>
              <a:latin typeface="DM Sans 14pt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62240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A97B2-C2ED-033A-D7FE-A5DFFED9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2AE329-9E2E-CFAE-59F4-07D40A126AD7}"/>
              </a:ext>
            </a:extLst>
          </p:cNvPr>
          <p:cNvSpPr txBox="1">
            <a:spLocks/>
          </p:cNvSpPr>
          <p:nvPr/>
        </p:nvSpPr>
        <p:spPr>
          <a:xfrm>
            <a:off x="715582" y="439620"/>
            <a:ext cx="8474600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Resultate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B673C-E88F-BBBD-C8BF-58EB1F9EE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47" y="2278410"/>
            <a:ext cx="4740327" cy="2301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45E9A-16D0-2D95-FA46-F7BEB372A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611" y="3855007"/>
            <a:ext cx="4740327" cy="2491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7F2C7-D615-E06F-2DB9-3E22C6748336}"/>
              </a:ext>
            </a:extLst>
          </p:cNvPr>
          <p:cNvSpPr txBox="1"/>
          <p:nvPr/>
        </p:nvSpPr>
        <p:spPr>
          <a:xfrm>
            <a:off x="8138611" y="2278410"/>
            <a:ext cx="34024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>
                <a:solidFill>
                  <a:schemeClr val="bg1"/>
                </a:solidFill>
                <a:latin typeface="DM Sans 14pt Light" pitchFamily="2" charset="-94"/>
              </a:rPr>
              <a:t>Farben: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Primär: #0a0a0a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Sekundär: #FFFFFF</a:t>
            </a:r>
          </a:p>
          <a:p>
            <a:endParaRPr lang="de-CH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b="1" dirty="0">
                <a:solidFill>
                  <a:schemeClr val="bg1"/>
                </a:solidFill>
                <a:latin typeface="DM Sans 14pt Light" pitchFamily="2" charset="-94"/>
              </a:rPr>
              <a:t>Schriftart: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Dies das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Das Das Dies</a:t>
            </a:r>
          </a:p>
          <a:p>
            <a:endParaRPr lang="de-CH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b="1" dirty="0">
                <a:solidFill>
                  <a:schemeClr val="bg1"/>
                </a:solidFill>
                <a:latin typeface="DM Sans 14pt Light" pitchFamily="2" charset="-94"/>
              </a:rPr>
              <a:t>Markenzeichen: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Moderne kurze Symbole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50% blaue Texte</a:t>
            </a:r>
          </a:p>
          <a:p>
            <a:r>
              <a:rPr lang="de-CH" dirty="0">
                <a:solidFill>
                  <a:schemeClr val="bg1"/>
                </a:solidFill>
                <a:latin typeface="DM Sans 14pt Light" pitchFamily="2" charset="-94"/>
              </a:rPr>
              <a:t>Viel </a:t>
            </a:r>
            <a:r>
              <a:rPr lang="de-CH" dirty="0" err="1">
                <a:solidFill>
                  <a:schemeClr val="bg1"/>
                </a:solidFill>
                <a:latin typeface="DM Sans 14pt Light" pitchFamily="2" charset="-94"/>
              </a:rPr>
              <a:t>Spacing</a:t>
            </a:r>
            <a:endParaRPr lang="tr-TR" dirty="0">
              <a:solidFill>
                <a:schemeClr val="bg1"/>
              </a:solidFill>
              <a:latin typeface="DM Sans 14pt Light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10437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4B9A8-36B1-B8BE-8787-D2DE588E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C2E094-A1D8-3EE3-1739-757918D23B9D}"/>
              </a:ext>
            </a:extLst>
          </p:cNvPr>
          <p:cNvSpPr txBox="1">
            <a:spLocks/>
          </p:cNvSpPr>
          <p:nvPr/>
        </p:nvSpPr>
        <p:spPr>
          <a:xfrm>
            <a:off x="715581" y="439620"/>
            <a:ext cx="9213509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Struktur/Funktion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F7092-76CF-8109-DC92-BFE22BD9014A}"/>
              </a:ext>
            </a:extLst>
          </p:cNvPr>
          <p:cNvSpPr txBox="1"/>
          <p:nvPr/>
        </p:nvSpPr>
        <p:spPr>
          <a:xfrm>
            <a:off x="715581" y="2161309"/>
            <a:ext cx="108945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Navigation: Startseite </a:t>
            </a:r>
            <a:r>
              <a:rPr lang="tr-TR" sz="3200" dirty="0">
                <a:solidFill>
                  <a:schemeClr val="bg1"/>
                </a:solidFill>
              </a:rPr>
              <a:t>→</a:t>
            </a:r>
            <a:r>
              <a:rPr lang="de-CH" sz="3200" dirty="0">
                <a:solidFill>
                  <a:schemeClr val="bg1"/>
                </a:solidFill>
              </a:rPr>
              <a:t> Skills </a:t>
            </a:r>
            <a:r>
              <a:rPr lang="tr-TR" sz="3200" dirty="0">
                <a:solidFill>
                  <a:schemeClr val="bg1"/>
                </a:solidFill>
              </a:rPr>
              <a:t>→</a:t>
            </a:r>
            <a:r>
              <a:rPr lang="de-CH" sz="3200" dirty="0">
                <a:solidFill>
                  <a:schemeClr val="bg1"/>
                </a:solidFill>
              </a:rPr>
              <a:t> Projekte </a:t>
            </a:r>
            <a:r>
              <a:rPr lang="tr-TR" sz="3200" dirty="0">
                <a:solidFill>
                  <a:schemeClr val="bg1"/>
                </a:solidFill>
              </a:rPr>
              <a:t>→</a:t>
            </a:r>
            <a:r>
              <a:rPr lang="de-CH" sz="3200" dirty="0">
                <a:solidFill>
                  <a:schemeClr val="bg1"/>
                </a:solidFill>
              </a:rPr>
              <a:t> Über mich</a:t>
            </a:r>
          </a:p>
          <a:p>
            <a:endParaRPr lang="de-CH" sz="32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Die Website ist optimiert für alle Geräte</a:t>
            </a:r>
          </a:p>
          <a:p>
            <a:endParaRPr lang="de-CH" sz="32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Soziale Medien nutzen denselben Farbton wie die Website. Damit wird die Marke überall schnell erkannt.</a:t>
            </a:r>
          </a:p>
        </p:txBody>
      </p:sp>
    </p:spTree>
    <p:extLst>
      <p:ext uri="{BB962C8B-B14F-4D97-AF65-F5344CB8AC3E}">
        <p14:creationId xmlns:p14="http://schemas.microsoft.com/office/powerpoint/2010/main" val="55451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F4E52-E83E-E42D-64AA-179E463F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F088F2C-EFE7-86DF-9317-A85A5CE865E4}"/>
              </a:ext>
            </a:extLst>
          </p:cNvPr>
          <p:cNvSpPr txBox="1">
            <a:spLocks/>
          </p:cNvSpPr>
          <p:nvPr/>
        </p:nvSpPr>
        <p:spPr>
          <a:xfrm>
            <a:off x="715581" y="439620"/>
            <a:ext cx="10543546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Technische Umsetzung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291C-7B18-8612-6151-E8010A004900}"/>
              </a:ext>
            </a:extLst>
          </p:cNvPr>
          <p:cNvSpPr txBox="1"/>
          <p:nvPr/>
        </p:nvSpPr>
        <p:spPr>
          <a:xfrm>
            <a:off x="715581" y="2161309"/>
            <a:ext cx="108945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Website ist unter </a:t>
            </a:r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  <a:hlinkClick r:id="rId3"/>
              </a:rPr>
              <a:t>https://akif.pw</a:t>
            </a:r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 erreichbar.</a:t>
            </a:r>
          </a:p>
          <a:p>
            <a:endParaRPr lang="de-CH" sz="32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SSL-Zertifikat aktiv. Das bedeutet dass die Website als vertrauenswürdig kennzeichnet wird.</a:t>
            </a:r>
          </a:p>
          <a:p>
            <a:endParaRPr lang="de-CH" sz="32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Grund-SEO </a:t>
            </a:r>
            <a:r>
              <a:rPr lang="de-CH" sz="3200" dirty="0" err="1">
                <a:solidFill>
                  <a:schemeClr val="bg1"/>
                </a:solidFill>
                <a:latin typeface="DM Sans 14pt Light" pitchFamily="2" charset="-94"/>
              </a:rPr>
              <a:t>intergriert</a:t>
            </a:r>
            <a:r>
              <a:rPr lang="de-CH" sz="3200" dirty="0">
                <a:solidFill>
                  <a:schemeClr val="bg1"/>
                </a:solidFill>
                <a:latin typeface="DM Sans 14pt Light" pitchFamily="2" charset="-94"/>
              </a:rPr>
              <a:t>. Die Website wird auf Google angezeigt.</a:t>
            </a:r>
          </a:p>
        </p:txBody>
      </p:sp>
    </p:spTree>
    <p:extLst>
      <p:ext uri="{BB962C8B-B14F-4D97-AF65-F5344CB8AC3E}">
        <p14:creationId xmlns:p14="http://schemas.microsoft.com/office/powerpoint/2010/main" val="354445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B7D5A-A59E-B3B2-4608-7FB29DF9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6F91C1F-6919-63D2-5695-F6B3F100FCFB}"/>
              </a:ext>
            </a:extLst>
          </p:cNvPr>
          <p:cNvSpPr txBox="1">
            <a:spLocks/>
          </p:cNvSpPr>
          <p:nvPr/>
        </p:nvSpPr>
        <p:spPr>
          <a:xfrm>
            <a:off x="715581" y="439620"/>
            <a:ext cx="10543546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Nächste Schritte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A1724-0DF1-5CA7-5F5D-E68C3A9A6890}"/>
              </a:ext>
            </a:extLst>
          </p:cNvPr>
          <p:cNvSpPr txBox="1"/>
          <p:nvPr/>
        </p:nvSpPr>
        <p:spPr>
          <a:xfrm>
            <a:off x="715581" y="2161309"/>
            <a:ext cx="10894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dirty="0">
                <a:solidFill>
                  <a:schemeClr val="bg1"/>
                </a:solidFill>
                <a:latin typeface="DM Sans 14pt Light" pitchFamily="2" charset="-94"/>
              </a:rPr>
              <a:t>Sie erhalten die Zugangsdaten für das E-Mail-Portal (kann auch auf ihr Mobiltelefon eingerichtet werden)</a:t>
            </a:r>
          </a:p>
          <a:p>
            <a:endParaRPr lang="de-CH" sz="28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2800" dirty="0">
                <a:solidFill>
                  <a:schemeClr val="bg1"/>
                </a:solidFill>
                <a:latin typeface="DM Sans 14pt Light" pitchFamily="2" charset="-94"/>
              </a:rPr>
              <a:t>Kleinere Anpassungen bis nach 7 Tage nach Übergabe kostenlos.</a:t>
            </a:r>
          </a:p>
          <a:p>
            <a:endParaRPr lang="de-CH" sz="2800" dirty="0">
              <a:solidFill>
                <a:schemeClr val="bg1"/>
              </a:solidFill>
              <a:latin typeface="DM Sans 14pt Light" pitchFamily="2" charset="-94"/>
            </a:endParaRPr>
          </a:p>
          <a:p>
            <a:r>
              <a:rPr lang="de-CH" sz="2800" dirty="0">
                <a:solidFill>
                  <a:schemeClr val="bg1"/>
                </a:solidFill>
                <a:latin typeface="DM Sans 14pt Light" pitchFamily="2" charset="-94"/>
              </a:rPr>
              <a:t>Zukünftige Zusammenarbeit: Für 20Fr. Pro Monat pflegen wir ihre Website und kleine Anpassungen sind inbegriffen.</a:t>
            </a:r>
          </a:p>
        </p:txBody>
      </p:sp>
    </p:spTree>
    <p:extLst>
      <p:ext uri="{BB962C8B-B14F-4D97-AF65-F5344CB8AC3E}">
        <p14:creationId xmlns:p14="http://schemas.microsoft.com/office/powerpoint/2010/main" val="60363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8B0F5-535B-C89D-527F-3DB80770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D71E56-6959-ADA8-408B-2B1CDEDED095}"/>
              </a:ext>
            </a:extLst>
          </p:cNvPr>
          <p:cNvSpPr txBox="1">
            <a:spLocks/>
          </p:cNvSpPr>
          <p:nvPr/>
        </p:nvSpPr>
        <p:spPr>
          <a:xfrm>
            <a:off x="715581" y="439620"/>
            <a:ext cx="10543546" cy="172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CH" sz="8800" spc="-150" dirty="0">
                <a:solidFill>
                  <a:schemeClr val="bg1"/>
                </a:solidFill>
                <a:latin typeface="DM Sans 14pt Light" pitchFamily="2" charset="-94"/>
              </a:rPr>
              <a:t>Danke Vielmals</a:t>
            </a:r>
            <a:endParaRPr lang="tr-TR" sz="8800" spc="-150" dirty="0">
              <a:solidFill>
                <a:schemeClr val="bg1"/>
              </a:solidFill>
              <a:latin typeface="DM Sans 14pt Light" pitchFamily="2" charset="-9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1C07A-36B8-B30C-904E-581F76ACCF84}"/>
              </a:ext>
            </a:extLst>
          </p:cNvPr>
          <p:cNvSpPr txBox="1"/>
          <p:nvPr/>
        </p:nvSpPr>
        <p:spPr>
          <a:xfrm>
            <a:off x="648736" y="1921171"/>
            <a:ext cx="1089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CH" sz="2000" dirty="0">
                <a:solidFill>
                  <a:schemeClr val="bg1"/>
                </a:solidFill>
                <a:latin typeface="DM Sans 14pt Light" pitchFamily="2" charset="-94"/>
              </a:rPr>
              <a:t>Vielen Dank für die tolle Zusammenarbeit! Für weitere Anfragen stehen wir ihnen jederzeit zur Verfügung.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62792A8-934C-D7B3-B2DC-196AF748C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07" y="3205100"/>
            <a:ext cx="4292720" cy="1970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25B31-7ABE-B199-790F-27CB6D382BDB}"/>
              </a:ext>
            </a:extLst>
          </p:cNvPr>
          <p:cNvSpPr txBox="1"/>
          <p:nvPr/>
        </p:nvSpPr>
        <p:spPr>
          <a:xfrm>
            <a:off x="6694175" y="3313396"/>
            <a:ext cx="3075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CH" sz="2400" dirty="0">
                <a:solidFill>
                  <a:schemeClr val="bg1"/>
                </a:solidFill>
                <a:latin typeface="DM Sans 14pt Light" pitchFamily="2" charset="-94"/>
              </a:rPr>
              <a:t>Akif Yaylaci</a:t>
            </a:r>
          </a:p>
          <a:p>
            <a:pPr algn="just"/>
            <a:endParaRPr lang="de-CH" sz="400" dirty="0">
              <a:solidFill>
                <a:schemeClr val="bg1"/>
              </a:solidFill>
              <a:latin typeface="DM Sans 14pt Light" pitchFamily="2" charset="-94"/>
            </a:endParaRPr>
          </a:p>
          <a:p>
            <a:pPr algn="just"/>
            <a:r>
              <a:rPr lang="de-CH" sz="2400" dirty="0">
                <a:solidFill>
                  <a:schemeClr val="bg1"/>
                </a:solidFill>
                <a:latin typeface="DM Sans 14pt Light" pitchFamily="2" charset="-94"/>
              </a:rPr>
              <a:t>078 326 29 52</a:t>
            </a:r>
          </a:p>
          <a:p>
            <a:pPr algn="just"/>
            <a:endParaRPr lang="de-CH" sz="400" dirty="0">
              <a:solidFill>
                <a:schemeClr val="bg1"/>
              </a:solidFill>
              <a:latin typeface="DM Sans 14pt Light" pitchFamily="2" charset="-94"/>
            </a:endParaRPr>
          </a:p>
          <a:p>
            <a:pPr algn="just"/>
            <a:r>
              <a:rPr lang="de-CH" sz="2400" dirty="0">
                <a:solidFill>
                  <a:schemeClr val="bg1"/>
                </a:solidFill>
                <a:latin typeface="DM Sans 14pt Light" pitchFamily="2" charset="-94"/>
                <a:hlinkClick r:id="rId4"/>
              </a:rPr>
              <a:t>contact@akif.pw</a:t>
            </a:r>
            <a:endParaRPr lang="de-CH" sz="2400" dirty="0">
              <a:solidFill>
                <a:schemeClr val="bg1"/>
              </a:solidFill>
              <a:latin typeface="DM Sans 14pt Light" pitchFamily="2" charset="-94"/>
            </a:endParaRPr>
          </a:p>
          <a:p>
            <a:pPr algn="just"/>
            <a:endParaRPr lang="de-CH" sz="400" dirty="0">
              <a:solidFill>
                <a:schemeClr val="bg1"/>
              </a:solidFill>
              <a:latin typeface="DM Sans 14pt Light" pitchFamily="2" charset="-94"/>
            </a:endParaRPr>
          </a:p>
          <a:p>
            <a:pPr algn="just"/>
            <a:r>
              <a:rPr lang="de-CH" sz="2400" dirty="0">
                <a:solidFill>
                  <a:schemeClr val="bg1"/>
                </a:solidFill>
                <a:latin typeface="DM Sans 14pt Light" pitchFamily="2" charset="-94"/>
              </a:rPr>
              <a:t>www.slideagentur.ch</a:t>
            </a:r>
          </a:p>
        </p:txBody>
      </p:sp>
    </p:spTree>
    <p:extLst>
      <p:ext uri="{BB962C8B-B14F-4D97-AF65-F5344CB8AC3E}">
        <p14:creationId xmlns:p14="http://schemas.microsoft.com/office/powerpoint/2010/main" val="261976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Widescreen</PresentationFormat>
  <Paragraphs>56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DM Sans 14pt</vt:lpstr>
      <vt:lpstr>DM Sans 14pt Light</vt:lpstr>
      <vt:lpstr>Office Theme</vt:lpstr>
      <vt:lpstr>Projekt  Vorstellung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Akif Yaylaci</dc:creator>
  <cp:lastModifiedBy>Akif Yaylaci</cp:lastModifiedBy>
  <cp:revision>1</cp:revision>
  <dcterms:created xsi:type="dcterms:W3CDTF">2025-11-06T21:08:26Z</dcterms:created>
  <dcterms:modified xsi:type="dcterms:W3CDTF">2025-11-06T21:53:45Z</dcterms:modified>
</cp:coreProperties>
</file>